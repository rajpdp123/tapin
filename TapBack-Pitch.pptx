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04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4114800" cy="4114800"/>
          </a:xfrm>
          <a:prstGeom prst="ellipse">
            <a:avLst/>
          </a:prstGeom>
          <a:solidFill>
            <a:srgbClr val="9E3D2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4572000" cy="3657600"/>
          </a:xfrm>
          <a:prstGeom prst="ellipse">
            <a:avLst/>
          </a:prstGeom>
          <a:solidFill>
            <a:srgbClr val="C65A3A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EDBC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TapBack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Zero-friction loyalty for boutique studios.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EDB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Wagon Berlin  |  Project Week  |  Full-Stack (Rails + JS)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EDB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 |  Good Moves Pilates Studio, Berlin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4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 fill seats.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00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Someone else keeps the customer.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657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194560"/>
            <a:ext cx="3657600" cy="54864"/>
          </a:xfrm>
          <a:prstGeom prst="rect">
            <a:avLst/>
          </a:prstGeom>
          <a:solidFill>
            <a:srgbClr val="B0482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Aggregator Trap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B0482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&lt; 2%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rgbClr val="000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aggregator users convert to full members</a:t>
            </a:r>
            <a:endParaRPr lang="en-US" sz="3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36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like Urban Sports Club own the customer relationship. Studios fill seats but build someone else's brand.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754880" y="2194560"/>
            <a:ext cx="3657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2194560"/>
            <a:ext cx="3657600" cy="54864"/>
          </a:xfrm>
          <a:prstGeom prst="rect">
            <a:avLst/>
          </a:prstGeom>
          <a:solidFill>
            <a:srgbClr val="001DA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Retention Math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8346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1DA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5×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rgbClr val="000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to retain than acquire a customer</a:t>
            </a:r>
            <a:endParaRPr lang="en-US" sz="3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36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 retention → +25–95% profit. Every aggregator walk-in who never returns is a missed relationship worth far more than a single-class payout.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001DA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EDB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 tap. No app. Real loyalty.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4068" y="1965960"/>
            <a:ext cx="1828800" cy="2194560"/>
          </a:xfrm>
          <a:prstGeom prst="rect">
            <a:avLst/>
          </a:prstGeom>
          <a:solidFill>
            <a:srgbClr val="FBF6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07008" y="2148840"/>
            <a:ext cx="502920" cy="502920"/>
          </a:xfrm>
          <a:prstGeom prst="ellipse">
            <a:avLst/>
          </a:prstGeom>
          <a:solidFill>
            <a:srgbClr val="B0482D"/>
          </a:solidFill>
          <a:ln/>
        </p:spPr>
      </p:sp>
      <p:sp>
        <p:nvSpPr>
          <p:cNvPr id="7" name="Text 5"/>
          <p:cNvSpPr/>
          <p:nvPr/>
        </p:nvSpPr>
        <p:spPr>
          <a:xfrm>
            <a:off x="1207008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1228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228" y="3154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taps NFC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at the front desk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2868" y="2148840"/>
            <a:ext cx="246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4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19756" y="1965960"/>
            <a:ext cx="1828800" cy="2194560"/>
          </a:xfrm>
          <a:prstGeom prst="rect">
            <a:avLst/>
          </a:prstGeom>
          <a:solidFill>
            <a:srgbClr val="FBF6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82696" y="2148840"/>
            <a:ext cx="502920" cy="502920"/>
          </a:xfrm>
          <a:prstGeom prst="ellipse">
            <a:avLst/>
          </a:prstGeom>
          <a:solidFill>
            <a:srgbClr val="B0482D"/>
          </a:solidFill>
          <a:ln/>
        </p:spPr>
      </p:sp>
      <p:sp>
        <p:nvSpPr>
          <p:cNvPr id="13" name="Text 11"/>
          <p:cNvSpPr/>
          <p:nvPr/>
        </p:nvSpPr>
        <p:spPr>
          <a:xfrm>
            <a:off x="3282696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56916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Enter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56916" y="3154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phone number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(first visit only)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48556" y="2148840"/>
            <a:ext cx="246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4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695444" y="1965960"/>
            <a:ext cx="1828800" cy="2194560"/>
          </a:xfrm>
          <a:prstGeom prst="rect">
            <a:avLst/>
          </a:prstGeom>
          <a:solidFill>
            <a:srgbClr val="FBF6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58384" y="2148840"/>
            <a:ext cx="502920" cy="502920"/>
          </a:xfrm>
          <a:prstGeom prst="ellipse">
            <a:avLst/>
          </a:prstGeom>
          <a:solidFill>
            <a:srgbClr val="B0482D"/>
          </a:solidFill>
          <a:ln/>
        </p:spPr>
      </p:sp>
      <p:sp>
        <p:nvSpPr>
          <p:cNvPr id="19" name="Text 17"/>
          <p:cNvSpPr/>
          <p:nvPr/>
        </p:nvSpPr>
        <p:spPr>
          <a:xfrm>
            <a:off x="5358384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32604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Track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32604" y="3154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visit is logged.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visible instantly.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24244" y="2148840"/>
            <a:ext cx="246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4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771132" y="1965960"/>
            <a:ext cx="1828800" cy="2194560"/>
          </a:xfrm>
          <a:prstGeom prst="rect">
            <a:avLst/>
          </a:prstGeom>
          <a:solidFill>
            <a:srgbClr val="FBF6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34072" y="2148840"/>
            <a:ext cx="502920" cy="502920"/>
          </a:xfrm>
          <a:prstGeom prst="ellipse">
            <a:avLst/>
          </a:prstGeom>
          <a:solidFill>
            <a:srgbClr val="B0482D"/>
          </a:solidFill>
          <a:ln/>
        </p:spPr>
      </p:sp>
      <p:sp>
        <p:nvSpPr>
          <p:cNvPr id="25" name="Text 23"/>
          <p:cNvSpPr/>
          <p:nvPr/>
        </p:nvSpPr>
        <p:spPr>
          <a:xfrm>
            <a:off x="743407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08292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Reward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8292" y="3154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check-ins =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10th class free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Rails + Stimulus + PWA  •  NFC opens a mobile web page — zero downloads, zero friction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04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9E3D2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114800"/>
          </a:xfrm>
          <a:prstGeom prst="ellipse">
            <a:avLst/>
          </a:prstGeom>
          <a:solidFill>
            <a:srgbClr val="C65A3A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EDB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Real studio. Real problem.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Buildable in project week.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62940" y="2286000"/>
            <a:ext cx="24231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5820" y="2468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482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Real business need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5820" y="28803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Moves Studio loses customers to aggregators every week. This solves a problem I live with as a studio manager.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0420" y="2286000"/>
            <a:ext cx="24231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43300" y="2468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482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Right-sized for project week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43300" y="28803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flow, four models (User, Studio, Visit, Reward), Rails backend + Stimulus frontend + PWA. Clear, demoable scope.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57900" y="2286000"/>
            <a:ext cx="24231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40780" y="2468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482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Demo-ready on pitch day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40780" y="28803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tag on stage → phone opens → check-in logged → progress shown. The demo sells itself.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TapBack — Zero-Friction Loyalty for Boutique Studios</dc:title>
  <dc:subject>PptxGenJS Presentation</dc:subject>
  <dc:creator>Good Moves Studio</dc:creator>
  <cp:lastModifiedBy>Good Moves Studio</cp:lastModifiedBy>
  <cp:revision>1</cp:revision>
  <dcterms:created xsi:type="dcterms:W3CDTF">2026-02-16T12:03:47Z</dcterms:created>
  <dcterms:modified xsi:type="dcterms:W3CDTF">2026-02-16T12:03:47Z</dcterms:modified>
</cp:coreProperties>
</file>